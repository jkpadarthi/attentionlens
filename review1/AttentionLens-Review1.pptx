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AttentionLens is an interactive debugging and explainability framework for vision models — with an automated bias-screening layer. Today I will present M1: the unified schema and the ResNet-50 dual-view extractor, with real extraction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sections — problem, design, dataset, preprocessing, features, EDA, demo, and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gaps: fragmentation (no shared schema between attention and attribution, CNN and ViT) and discovery (bias found manually). AttentionLens solves both with one abstraction plus automated screening verdicts — the novelty anchor is the combination, not a new XAI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architectural decision: we never conflate the two views. Native maps capture the mechanism; class-conditioned maps capture decision evidence. Both land in the same LayerMap dataclass so downstream metrics and screening treat them identically.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review 1 the dataset section shows a real ImageNet sample flowing through the real pipeline — honest scope. The bias-screening datasets come in the validation milestone: a synthetic planted-bias set (proves the screener catches what we know) plus ObjectNet (proves it catches real-world distribution shift).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measured numbers: the raw image averages R .388 G .431 B .368; after ImageNet normalization the tensor channels are −.421 / −.110 / −.170 with stds 1.40 / 1.32 / 1.50. The round-trip denormalizer guarantees overlays align with the original pixels.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 is the contract. Any extractor — CNN or ViT — emits LayerMaps; every downstream consumer (metrics, screening, UI) reads the same shape. M1 ships with ModelInspection as the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probe points chosen deliberately: the last conv of each bottleneck block, spanning 256→2048 channels and texture→semantics. Both views derive from identical probe points, so cross-view comparison is apples-to-apples.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Grad-CAM (class-conditioned, evidence). Bottom row: native mean-channel activation (mechanism). Left to right: layer1→4. Note how Grad-CAM concentrates and moves to the dog; native maps stay diffuse until deep layers. This is real extraction data — no cherry-picking.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maps are near-uniform (high entropy — a little everywhere); Grad-CAM maps are sharply peaked (low entropy — evidence is localized). The concentration curves make the contrast visible: Grad-CAM reaches ~100% cumulative energy in a small pixel fraction at early layers; native maps spread energy far more evenly.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Pearson r between native and Grad-CAM per block: 0.00, undefined, 0.41, 0.48. The layer-2 zero-map is honest data — a degenerate explanation surfaced by the tool itself, which is exactly the failure mode an explainability debugger should expose. This motivates the intervention experiments in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artifacts: all eight maps are real output files from experiments/out/. Prediction Samoyed matches the true label. The pipeline is committed (first commit, M1 complete) and the working tree is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is committed and clean. Next: the ViT extractor (M2) so CNN and ViT become comparable under one schema, then metrics, screening with validation, and an interactive UI. The layer-2 zero-map observation is logged as an open item — a guard for degenerate explanations is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—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1B1B3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2103120"/>
            <a:ext cx="2286000" cy="2286000"/>
          </a:xfrm>
          <a:prstGeom prst="ellipse">
            <a:avLst/>
          </a:prstGeom>
          <a:solidFill>
            <a:srgbClr val="2E2A72"/>
          </a:solidFill>
          <a:ln w="38100">
            <a:solidFill>
              <a:srgbClr val="7CE0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2971800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AttentionLens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41248" y="30175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C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Explainability &amp; Automated Bias-Screening for Vision Models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5120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  ·  B.Tech CSE (AI &amp; ML), VIT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5577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Jaswanth Krishna Padarthi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90472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54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8308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0" y="1554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vision models need a debugger, not just explanations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12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22128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2212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dual-view LayerMap schema (CNN ⇄ ViT)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7121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28712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28712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demo sample — provenance &amp; representation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295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35295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Results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35295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→ normalize → tensor, with measured stats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23944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1879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83080" y="4187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41879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activations + Grad-CAM, per-block, normalized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782312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846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83080" y="4846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0" y="4846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Montage, distributions, concentration, correlations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44068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5046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83080" y="5504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M1 Gate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55046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ResNet-50 run on a real image (Samoyed)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09904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61630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783080" y="61630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Next Steps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69280" y="61630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honest failures, M2 ViT roadmap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exist — but they don't talk to each other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is fragmented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maps (ViT) answer 'what does the model look at' — but they are class-agnostic.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maps (Grad-CAM) answer 'what drove this decision' — class-specific.</a:t>
            </a:r>
            <a:endParaRPr lang="en-US" sz="13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schema: comparing two architectures or two views today means writing bespoke glue.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goes unnoticed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correlations (backgrounds, textures, artifacts) silently inflate accuracy.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them today is manual, ad-hoc, and rarely automated end-to-end.</a:t>
            </a:r>
            <a:endParaRPr lang="en-US" sz="13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need a verdict — not another heatmap to eyeball.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0972800" cy="1920240"/>
          </a:xfrm>
          <a:prstGeom prst="roundRect">
            <a:avLst>
              <a:gd name="adj" fmla="val 5714"/>
            </a:avLst>
          </a:prstGeom>
          <a:solidFill>
            <a:srgbClr val="E6F7F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framework, two jobs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 unified CNN ⇄ ViT abstraction — every layer yields a standard LayerMap (native attention + class-conditioned relevance).  ② An automated bias-screening layer — attention-quality metrics and intervention experiments that produce a verdict, in the tradition of SHAP / Captum as a deployable tool.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— the Dual-View LayerMap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layer, two views, one schema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RGB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3347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90672" y="1828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2E2A72"/>
          </a:solidFill>
          <a:ln/>
        </p:spPr>
      </p:sp>
      <p:sp>
        <p:nvSpPr>
          <p:cNvPr id="9" name="Text 7"/>
          <p:cNvSpPr/>
          <p:nvPr/>
        </p:nvSpPr>
        <p:spPr>
          <a:xfrm>
            <a:off x="3090672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90672" y="2395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8406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541264" y="1828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5541264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LayerMap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41264" y="2395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+ class-cond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3465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2E2A72"/>
          </a:solidFill>
          <a:ln/>
        </p:spPr>
      </p:sp>
      <p:sp>
        <p:nvSpPr>
          <p:cNvPr id="17" name="Text 15"/>
          <p:cNvSpPr/>
          <p:nvPr/>
        </p:nvSpPr>
        <p:spPr>
          <a:xfrm>
            <a:off x="7991856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91856" y="2395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· locality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98524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442448" y="1828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006B59"/>
          </a:solidFill>
          <a:ln/>
        </p:spPr>
      </p:sp>
      <p:sp>
        <p:nvSpPr>
          <p:cNvPr id="21" name="Text 19"/>
          <p:cNvSpPr/>
          <p:nvPr/>
        </p:nvSpPr>
        <p:spPr>
          <a:xfrm>
            <a:off x="10442448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442448" y="2395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report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291840"/>
            <a:ext cx="54406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456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view — what the model attends to (mechanism)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97764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channels of each block's last conv activation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Upsampled to input resolution (bilinear)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[0, 1]</a:t>
            </a:r>
            <a:endParaRPr lang="en-US" sz="13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Class-agnostic: shows where the model looks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54406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456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Class-conditioned view — why the model decided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397764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on the same conv, for the predicted class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→ upsample → normalize to [0, 1]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this specific decision</a:t>
            </a:r>
            <a:endParaRPr lang="en-US" sz="13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LayerMap contract — comparable by construction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provenance, real pipeline ingestion</a:t>
            </a:r>
            <a:endParaRPr lang="en-US" sz="1500" dirty="0"/>
          </a:p>
        </p:txBody>
      </p:sp>
      <p:pic>
        <p:nvPicPr>
          <p:cNvPr id="4" name="Image 0" descr="/home/Bunny/Projects/AttentionLens/experiments/samp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402336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8006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2E2A7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937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sample.jpg — Samoyed (ImageNet)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(demo sample)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label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0" y="2286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Samoyed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size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9808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1546 × 1213 px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input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98080" y="3200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RGB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498080" y="3657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LayerMaps (4 blocks × 2 views)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02920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runs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49808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 Arjun (M1); GPU/Jenga planned (M2+)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029200" y="4800600"/>
            <a:ext cx="6492240" cy="1005840"/>
          </a:xfrm>
          <a:prstGeom prst="roundRect">
            <a:avLst>
              <a:gd name="adj" fmla="val 9091"/>
            </a:avLst>
          </a:prstGeom>
          <a:solidFill>
            <a:srgbClr val="E6F7F4"/>
          </a:solidFill>
          <a:ln/>
        </p:spPr>
      </p:sp>
      <p:sp>
        <p:nvSpPr>
          <p:cNvPr id="20" name="Text 17"/>
          <p:cNvSpPr/>
          <p:nvPr/>
        </p:nvSpPr>
        <p:spPr>
          <a:xfrm>
            <a:off x="5303520" y="495604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scope: a single curated sample exercises the full pipeline end-to-end. Screening-scale corpora (planted-bias CUB, ObjectNet) are scheduled in the validation milestone.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→ /255 → ImageNet normalize → tensor (measured on Arjun)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RGB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68880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61488" y="1600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90288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82896" y="1600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÷255 → [0,1]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11696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04304" y="1600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4304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−mean ÷std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33104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25712" y="1600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2E2A72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[1,3,224,224] fp32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2697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pixel stats (0–1, before normalize)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0.388 ± 0.320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46888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0.431 ± 0.295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0624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0624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0.368 ± 0.337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Normalized tensor stats (after −mean ÷std)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−0.421 ± 1.398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−0.110 ± 1.316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4672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4672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−0.170 ± 1.498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" y="4297680"/>
            <a:ext cx="10607040" cy="1554480"/>
          </a:xfrm>
          <a:prstGeom prst="roundRect">
            <a:avLst>
              <a:gd name="adj" fmla="val 7059"/>
            </a:avLst>
          </a:prstGeom>
          <a:solidFill>
            <a:srgbClr val="E6F7F4"/>
          </a:solidFill>
          <a:ln/>
        </p:spPr>
      </p:sp>
      <p:sp>
        <p:nvSpPr>
          <p:cNvPr id="39" name="Text 37"/>
          <p:cNvSpPr/>
          <p:nvPr/>
        </p:nvSpPr>
        <p:spPr>
          <a:xfrm>
            <a:off x="960120" y="4434840"/>
            <a:ext cx="10149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point: preprocessing is a lossless, reversible step — tensor_to_image() inverts it exactly for visualization overlay.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Facts: input [1,3,224,224], dtype float32, on-device; stats above measured on Arjun, python 3.12, torch 2.13 CPU.</a:t>
            </a:r>
            <a:endParaRPr lang="en-US" sz="13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test_preprocess.py covers round-trip equivalence (hermetic — no downloads).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I — the LayerMap contract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dataclass rules all extractors, metrics, screening, UI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layer_name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"layer4.2.conv3" / "block11" / "attn_head_3"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0" y="2167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2167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"cnn" | "vit"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2642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08960" y="2642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6426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"native" | "class_conditioned"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1181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model_class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08960" y="31181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31181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used for conditioning (argmax for native)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3593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08960" y="3593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np.ndarray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593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H×W float32, normalized [0,1], input resolution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head_or_channel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10896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| None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per-head / per-channel breakdown (future)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4544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08960" y="45445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0" y="4544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reduction, entropy, locality — extensible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E6F7F4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54406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ModelInspection bundles one (model, image) pair: model_id, image_id, true/pred label, LayerMaps, intervention_results. Verified by test_schema.py (7 tests green on Arjun).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II — extraction methods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the last conv of each ResNet bottleneck block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RESNET_BLOCK_LAYERS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"layer1.2.conv3" · "layer2.3.conv3" · "layer3.5.conv3" · "layer4.2.conv3"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layer1.2.conv3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texture/edges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743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layer2.3.conv3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patterns/parts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layer3.5.conv3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parts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06840" y="2743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layer4.2.conv3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0684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 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0684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semantics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(mechanism)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95604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hook → activations[B,C,H,W] → mean(dim=1) → bilinear upsample → min-max normalize. Cost: one forward pass.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43484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Class-conditioned (evidence)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495604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Captum LayerGradCam on the same conv, target = predicted class → ReLU → upsample → normalize. Cost: one attribution per layer.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dual-view montage (live output)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on sample.jpg — predicted: Samoyed ✓</a:t>
            </a:r>
            <a:endParaRPr lang="en-US" sz="1500" dirty="0"/>
          </a:p>
        </p:txBody>
      </p:sp>
      <p:pic>
        <p:nvPicPr>
          <p:cNvPr id="4" name="Image 0" descr="/home/Bunny/Projects/AttentionLens/experiments/eda/eda_mont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54480"/>
            <a:ext cx="112014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value distributions &amp; spatial concentration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two views can't be swapped</a:t>
            </a:r>
            <a:endParaRPr lang="en-US" sz="1500" dirty="0"/>
          </a:p>
        </p:txBody>
      </p:sp>
      <p:pic>
        <p:nvPicPr>
          <p:cNvPr id="4" name="Image 0" descr="/home/Bunny/Projects/AttentionLens/experiments/eda/eda_histogra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11155680" cy="2331720"/>
          </a:xfrm>
          <a:prstGeom prst="rect">
            <a:avLst/>
          </a:prstGeom>
        </p:spPr>
      </p:pic>
      <p:pic>
        <p:nvPicPr>
          <p:cNvPr id="5" name="Image 1" descr="/home/Bunny/Projects/AttentionLens/experiments/eda/eda_concentr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3977640"/>
            <a:ext cx="1115568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cross-view correlation (the key finding)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and evidence diverge early, converge deep</a:t>
            </a:r>
            <a:endParaRPr lang="en-US" sz="1500" dirty="0"/>
          </a:p>
        </p:txBody>
      </p:sp>
      <p:pic>
        <p:nvPicPr>
          <p:cNvPr id="4" name="Image 0" descr="/home/Bunny/Projects/AttentionLens/experiments/eda/eda_correl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91640"/>
            <a:ext cx="1005840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1605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r = 0.00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9808" y="46634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 Grad-CAM are decorrelated — the model looks broadly, but class evidence is tiny and sharp.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3429000" y="41605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900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undefined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38728" y="46634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collapsed to an all-zero map for this image (ReLU'd gradients vanished) — a real, surfaced failure.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6217920" y="41605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r = 0.41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27648" y="46634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starts aligning with evidence as receptive fields widen.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9006840" y="41605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0684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r = 0.48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116568" y="46634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features: where the model looks is where the decision lives.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M1 gate on Arjun</a:t>
            </a:r>
            <a:endParaRPr lang="en-US" sz="3000" dirty="0"/>
          </a:p>
        </p:txBody>
      </p:sp>
      <p:pic>
        <p:nvPicPr>
          <p:cNvPr id="3" name="Image 0" descr="/home/Bunny/Projects/AttentionLens/experiments/out/layer1.2.conv3_class_condition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269748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Grad-CAM</a:t>
            </a:r>
            <a:endParaRPr lang="en-US" sz="1050" dirty="0"/>
          </a:p>
        </p:txBody>
      </p:sp>
      <p:pic>
        <p:nvPicPr>
          <p:cNvPr id="5" name="Image 1" descr="/home/Bunny/Projects/AttentionLens/experiments/out/layer1.2.conv3_nati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371600"/>
            <a:ext cx="2697480" cy="2377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native</a:t>
            </a:r>
            <a:endParaRPr lang="en-US" sz="1050" dirty="0"/>
          </a:p>
        </p:txBody>
      </p:sp>
      <p:pic>
        <p:nvPicPr>
          <p:cNvPr id="7" name="Image 2" descr="/home/Bunny/Projects/AttentionLens/experiments/out/layer2.3.conv3_class_condition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0760" y="1371600"/>
            <a:ext cx="2697480" cy="23774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8076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Grad-CAM</a:t>
            </a:r>
            <a:endParaRPr lang="en-US" sz="1050" dirty="0"/>
          </a:p>
        </p:txBody>
      </p:sp>
      <p:pic>
        <p:nvPicPr>
          <p:cNvPr id="9" name="Image 3" descr="/home/Bunny/Projects/AttentionLens/experiments/out/layer2.3.conv3_nativ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69680" y="1371600"/>
            <a:ext cx="2697480" cy="23774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86968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native</a:t>
            </a:r>
            <a:endParaRPr lang="en-US" sz="1050" dirty="0"/>
          </a:p>
        </p:txBody>
      </p:sp>
      <p:pic>
        <p:nvPicPr>
          <p:cNvPr id="11" name="Image 4" descr="/home/Bunny/Projects/AttentionLens/experiments/out/layer3.5.conv3_class_condition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920" y="4160520"/>
            <a:ext cx="2697480" cy="23774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02920" y="6492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Grad-CAM</a:t>
            </a:r>
            <a:endParaRPr lang="en-US" sz="1050" dirty="0"/>
          </a:p>
        </p:txBody>
      </p:sp>
      <p:pic>
        <p:nvPicPr>
          <p:cNvPr id="13" name="Image 5" descr="/home/Bunny/Projects/AttentionLens/experiments/out/layer3.5.conv3_nativ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291840" y="4160520"/>
            <a:ext cx="2697480" cy="23774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3291840" y="6492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native</a:t>
            </a:r>
            <a:endParaRPr lang="en-US" sz="1050" dirty="0"/>
          </a:p>
        </p:txBody>
      </p:sp>
      <p:pic>
        <p:nvPicPr>
          <p:cNvPr id="15" name="Image 6" descr="/home/Bunny/Projects/AttentionLens/experiments/out/layer4.2.conv3_class_condition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80760" y="4160520"/>
            <a:ext cx="2697480" cy="23774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080760" y="6492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Grad-CAM</a:t>
            </a:r>
            <a:endParaRPr lang="en-US" sz="1050" dirty="0"/>
          </a:p>
        </p:txBody>
      </p:sp>
      <p:pic>
        <p:nvPicPr>
          <p:cNvPr id="17" name="Image 7" descr="/home/Bunny/Projects/AttentionLens/experiments/out/layer4.2.conv3_native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869680" y="4160520"/>
            <a:ext cx="2697480" cy="237744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869680" y="6492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native</a:t>
            </a:r>
            <a:endParaRPr lang="en-US" sz="1050" dirty="0"/>
          </a:p>
        </p:txBody>
      </p:sp>
      <p:sp>
        <p:nvSpPr>
          <p:cNvPr id="19" name="Text 9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pass + 4 Grad-CAM attributions · predicted Samoyed (correct) · CPU, torch 2.13 · commit 96c50b6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delivered; M2 opens the ViT frontier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(M1)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LayerMap / ModelInspection schema — tested (7 green)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dual-view extractor — native + Grad-CAM, 4 blocks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with exact round-trip visualization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demo: Samoyed, 8 maps, correct prediction</a:t>
            </a:r>
            <a:endParaRPr lang="en-US" sz="13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Hermetic test suite — runs without downloads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ViT extractor — attention maps through the same LayerMap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attention-quality metrics (entropy, locality, faithfulness)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screening pipeline + planted-bias &amp; ObjectNet validation</a:t>
            </a:r>
            <a:endParaRPr lang="en-US" sz="13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interactive UI (Gradio) + intervention experiments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2E2A7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120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open items: zero-map degeneracy at layer 2 needs a stability guard; GPU/device portability is code-ready, not yet exercised at scale.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2011680" cy="2011680"/>
          </a:xfrm>
          <a:prstGeom prst="ellipse">
            <a:avLst/>
          </a:prstGeom>
          <a:solidFill>
            <a:srgbClr val="2E2A72"/>
          </a:solidFill>
          <a:ln w="38100">
            <a:solidFill>
              <a:srgbClr val="7CE0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4937760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C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AttentionLens · Review 1 · Jaswanth Krishna Padarthi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AttentionLens — Review 1</dc:title>
  <dc:subject>PptxGenJS Presentation</dc:subject>
  <dc:creator>Jaswanth Krishna Padarthi</dc:creator>
  <cp:lastModifiedBy>Jaswanth Krishna Padarthi</cp:lastModifiedBy>
  <cp:revision>1</cp:revision>
  <dcterms:created xsi:type="dcterms:W3CDTF">2026-08-18T16:29:05Z</dcterms:created>
  <dcterms:modified xsi:type="dcterms:W3CDTF">2026-08-18T16:29:05Z</dcterms:modified>
</cp:coreProperties>
</file>